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067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5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2" roundtripDataSignature="AMtx7miOcJmDeeE4PFylunBJFlOlSwG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56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62050" y="679450"/>
            <a:ext cx="4533900" cy="3400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914400" y="4306888"/>
            <a:ext cx="5029200" cy="408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 txBox="1"/>
          <p:nvPr>
            <p:ph idx="12" type="sldNum"/>
          </p:nvPr>
        </p:nvSpPr>
        <p:spPr>
          <a:xfrm>
            <a:off x="3886200" y="8613775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3399"/>
              </a:buClr>
              <a:buSzPts val="20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CC"/>
              </a:buClr>
              <a:buSzPts val="1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2017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228600" y="1066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339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CC"/>
              </a:buClr>
              <a:buSzPts val="1800"/>
              <a:buChar char="–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2017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3399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CC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228600" y="1066800"/>
            <a:ext cx="4267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003399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66CC"/>
              </a:buClr>
              <a:buSzPts val="2400"/>
              <a:buFont typeface="Arial"/>
              <a:buChar char="–"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648200" y="1066800"/>
            <a:ext cx="4267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003399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66CC"/>
              </a:buClr>
              <a:buSzPts val="2400"/>
              <a:buFont typeface="Arial"/>
              <a:buChar char="–"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6CC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6CC"/>
              </a:buClr>
              <a:buSzPts val="2000"/>
              <a:buFont typeface="Arial"/>
              <a:buChar char="–"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7" name="Google Shape;47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6CC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1" sz="1600"/>
            </a:lvl9pPr>
          </a:lstStyle>
          <a:p/>
        </p:txBody>
      </p:sp>
      <p:sp>
        <p:nvSpPr>
          <p:cNvPr id="48" name="Google Shape;48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6CC"/>
              </a:buClr>
              <a:buSzPts val="2000"/>
              <a:buFont typeface="Arial"/>
              <a:buChar char="–"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2017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2017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3399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CC"/>
              </a:buClr>
              <a:buSzPts val="2800"/>
              <a:buFont typeface="Arial"/>
              <a:buChar char="–"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64" name="Google Shape;64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3399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3399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CC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None/>
              <a:defRPr sz="900"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905000" y="-609600"/>
            <a:ext cx="53340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339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CC"/>
              </a:buClr>
              <a:buSzPts val="1800"/>
              <a:buChar char="–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type="title"/>
          </p:nvPr>
        </p:nvSpPr>
        <p:spPr>
          <a:xfrm rot="5400000">
            <a:off x="4629150" y="2114550"/>
            <a:ext cx="64008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" type="body"/>
          </p:nvPr>
        </p:nvSpPr>
        <p:spPr>
          <a:xfrm rot="5400000">
            <a:off x="209550" y="19050"/>
            <a:ext cx="64008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339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CC"/>
              </a:buClr>
              <a:buSzPts val="1800"/>
              <a:buChar char="–"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2008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228600" y="1066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3399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CC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Fall 2017 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7"/>
          <p:cNvCxnSpPr/>
          <p:nvPr/>
        </p:nvCxnSpPr>
        <p:spPr>
          <a:xfrm>
            <a:off x="228600" y="990600"/>
            <a:ext cx="8686800" cy="0"/>
          </a:xfrm>
          <a:prstGeom prst="straightConnector1">
            <a:avLst/>
          </a:prstGeom>
          <a:noFill/>
          <a:ln cap="flat" cmpd="tri" w="76200">
            <a:solidFill>
              <a:srgbClr val="DDD8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7"/>
          <p:cNvSpPr txBox="1"/>
          <p:nvPr/>
        </p:nvSpPr>
        <p:spPr>
          <a:xfrm>
            <a:off x="990600" y="381000"/>
            <a:ext cx="12192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" name="Google Shape;17;p17"/>
          <p:cNvCxnSpPr/>
          <p:nvPr/>
        </p:nvCxnSpPr>
        <p:spPr>
          <a:xfrm>
            <a:off x="152400" y="6477000"/>
            <a:ext cx="8839200" cy="0"/>
          </a:xfrm>
          <a:prstGeom prst="straightConnector1">
            <a:avLst/>
          </a:prstGeom>
          <a:noFill/>
          <a:ln cap="flat" cmpd="dbl" w="38100">
            <a:solidFill>
              <a:srgbClr val="DDD8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AVR Interfacing</a:t>
            </a:r>
            <a:br>
              <a:rPr lang="en-US"/>
            </a:br>
            <a:r>
              <a:rPr lang="en-US"/>
              <a:t> </a:t>
            </a:r>
            <a:br>
              <a:rPr lang="en-US"/>
            </a:br>
            <a:r>
              <a:rPr lang="en-US"/>
              <a:t>IO Ports</a:t>
            </a:r>
            <a:endParaRPr i="1" sz="2800"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Agenda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85800" y="1447800"/>
            <a:ext cx="83058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Ports.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Ports Programming.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Interfacing with Switches and Leds.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Interfacing with 7-Segment.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Interfacing with DC-Motor.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Interfacing with LCD.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Interfacing with Keypad.	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b="0" lang="en-US"/>
              <a:t>I/O Ports</a:t>
            </a:r>
            <a:r>
              <a:rPr lang="en-US"/>
              <a:t> 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304800" y="1371600"/>
            <a:ext cx="89916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ATmega328p has programmable I/O lines divided into: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ADC 7:6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PORTB(PB7….…..PB0)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PORTC(PC6….…..PC0)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PORTD(PD7……..PD0)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PORT is controlled by 3 registers: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DDRx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Data Direction Register to set the pin either output or input pin.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Register to assign a value to the port (from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µC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interface).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Register where it holds the input value from interface.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Most pins in µC make more than one function (multiplexed functions)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b="0" lang="en-US"/>
              <a:t>I/O Ports</a:t>
            </a:r>
            <a:r>
              <a:rPr lang="en-US"/>
              <a:t> 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752600"/>
            <a:ext cx="473392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b="0" lang="en-US"/>
              <a:t>I/O Ports</a:t>
            </a:r>
            <a:r>
              <a:rPr lang="en-US"/>
              <a:t> </a:t>
            </a:r>
            <a:endParaRPr/>
          </a:p>
        </p:txBody>
      </p:sp>
      <p:pic>
        <p:nvPicPr>
          <p:cNvPr descr="A close-up of a computer chip&#10;&#10;Description automatically generated with low confidence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00" y="344625"/>
            <a:ext cx="686045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>
            <p:ph idx="10" type="dt"/>
          </p:nvPr>
        </p:nvSpPr>
        <p:spPr>
          <a:xfrm>
            <a:off x="76200" y="6553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EENG 514        Ch. 4: Sequential Circuits</a:t>
            </a:r>
            <a:endParaRPr/>
          </a:p>
        </p:txBody>
      </p:sp>
      <p:sp>
        <p:nvSpPr>
          <p:cNvPr id="122" name="Google Shape;122;p5"/>
          <p:cNvSpPr txBox="1"/>
          <p:nvPr>
            <p:ph idx="11" type="ftr"/>
          </p:nvPr>
        </p:nvSpPr>
        <p:spPr>
          <a:xfrm>
            <a:off x="3733800" y="6553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Dr. Abou-Auf</a:t>
            </a:r>
            <a:endParaRPr/>
          </a:p>
        </p:txBody>
      </p:sp>
      <p:sp>
        <p:nvSpPr>
          <p:cNvPr id="123" name="Google Shape;123;p5"/>
          <p:cNvSpPr txBox="1"/>
          <p:nvPr>
            <p:ph idx="12" type="sldNum"/>
          </p:nvPr>
        </p:nvSpPr>
        <p:spPr>
          <a:xfrm>
            <a:off x="7315200" y="65532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 Fall 2017              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b="0" lang="en-US"/>
              <a:t>I/O Ports</a:t>
            </a:r>
            <a:r>
              <a:rPr lang="en-US"/>
              <a:t> 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328737"/>
            <a:ext cx="7296150" cy="4200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I/O Ports Programming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85800" y="1447800"/>
            <a:ext cx="82296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decided which Port is input and which is 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Configure the port direction use register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DDRX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🡪 for Output.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🡪 for Input.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Read(input case)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register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PINx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Write(output case)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register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PORTx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case you set any PIN as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activate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pull up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resistor by setting the corresponding bit 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PORTX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register.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I/O Ports Programming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6200" y="1295400"/>
            <a:ext cx="9067800" cy="4431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2" l="-603" r="0" t="-6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I/O Ports Programming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57200" y="1371600"/>
            <a:ext cx="9067800" cy="33240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80" l="-603" r="0" t="-9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I/O Ports Programming</a:t>
            </a:r>
            <a:endParaRPr/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571655"/>
            <a:ext cx="51339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I/O Ports Programming</a:t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609600" y="121920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I/O Port applications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Port applications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762000" y="1828800"/>
            <a:ext cx="69342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2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As Output</a:t>
            </a:r>
            <a:br>
              <a:rPr b="1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LED and 7-Segemnt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LCD display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Motors.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Buzzer.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 to another µC.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to PC through PC Serial 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2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As Input</a:t>
            </a:r>
            <a:br>
              <a:rPr b="1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Switches(push button, keypad etc.)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Analog/Digital sensors.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 from another µC.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from PC through PC Serial Port.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Interfacing with Switches and Leds</a:t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609600" y="121920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I/O Port applications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LED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295400" y="2340351"/>
            <a:ext cx="457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5216857" y="2340351"/>
            <a:ext cx="457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158038"/>
            <a:ext cx="2821675" cy="217596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177" name="Google Shape;17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3088702"/>
            <a:ext cx="2857500" cy="22193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Interfacing with Switches and Leds</a:t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609600" y="121920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I/O Port applications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1295400" y="2340351"/>
            <a:ext cx="457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Pull Down Resistor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800600" y="2340351"/>
            <a:ext cx="457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Pull</a:t>
            </a:r>
            <a:r>
              <a:rPr b="1" i="0" lang="en-US" sz="12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72"/>
                </a:solidFill>
                <a:latin typeface="Arial"/>
                <a:ea typeface="Arial"/>
                <a:cs typeface="Arial"/>
                <a:sym typeface="Arial"/>
              </a:rPr>
              <a:t>UP Resistor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754" y="2895600"/>
            <a:ext cx="1866900" cy="26955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062" y="2947987"/>
            <a:ext cx="1590675" cy="25908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Interfacing with Switches and Leds</a:t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609600" y="121920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I/O Port applications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de-bounce problem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961345"/>
            <a:ext cx="3886200" cy="152784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197" name="Google Shape;197;p14"/>
          <p:cNvSpPr/>
          <p:nvPr/>
        </p:nvSpPr>
        <p:spPr>
          <a:xfrm>
            <a:off x="609600" y="3710434"/>
            <a:ext cx="83058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Could be handled using software or hardware.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relies on the fact that bouncing takes a maximum period of 20-30 ms.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basic idea is to implement a delay after the first detected edge, during which no scanning for the switch is done. after the delay period is finished, scanning can proceed (Exercise 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Interfacing with 7-Segment</a:t>
            </a:r>
            <a:endParaRPr/>
          </a:p>
        </p:txBody>
      </p:sp>
      <p:pic>
        <p:nvPicPr>
          <p:cNvPr id="204" name="Google Shape;2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95400"/>
            <a:ext cx="2162175" cy="18192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205" name="Google Shape;2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96537"/>
            <a:ext cx="2852666" cy="175997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206" name="Google Shape;2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630" y="3276600"/>
            <a:ext cx="2847975" cy="26289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207" name="Google Shape;2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0" y="3474350"/>
            <a:ext cx="2819400" cy="24288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/>
          <p:nvPr>
            <p:ph type="title"/>
          </p:nvPr>
        </p:nvSpPr>
        <p:spPr>
          <a:xfrm>
            <a:off x="1143000" y="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Interfacing with 7-Segment</a:t>
            </a:r>
            <a:endParaRPr/>
          </a:p>
        </p:txBody>
      </p:sp>
      <p:pic>
        <p:nvPicPr>
          <p:cNvPr id="214" name="Google Shape;2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081188"/>
            <a:ext cx="4038600" cy="3962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215" name="Google Shape;215;p16"/>
          <p:cNvSpPr txBox="1"/>
          <p:nvPr/>
        </p:nvSpPr>
        <p:spPr>
          <a:xfrm>
            <a:off x="381000" y="1309300"/>
            <a:ext cx="81403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reduce the number of pins can be used to interface the 7 segment,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decoder connected and follows;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0" y="2081212"/>
            <a:ext cx="30289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1600" y="2531572"/>
            <a:ext cx="3501900" cy="29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otes">
  <a:themeElements>
    <a:clrScheme name="not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2005-04-15T08:10:26Z</dcterms:created>
  <dc:creator>Ahmed Abou-Auf</dc:creator>
</cp:coreProperties>
</file>